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0" r:id="rId3"/>
    <p:sldId id="264" r:id="rId4"/>
    <p:sldId id="261" r:id="rId5"/>
    <p:sldId id="265" r:id="rId6"/>
    <p:sldId id="262" r:id="rId7"/>
    <p:sldId id="263" r:id="rId8"/>
    <p:sldId id="259" r:id="rId9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60"/>
  </p:normalViewPr>
  <p:slideViewPr>
    <p:cSldViewPr snapToGrid="0">
      <p:cViewPr varScale="1">
        <p:scale>
          <a:sx n="83" d="100"/>
          <a:sy n="83" d="100"/>
        </p:scale>
        <p:origin x="39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C3B214-E6DA-2246-04E4-160B877D7C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7415A9B-D563-4989-4926-9B30BB0A1E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AD0B7DC-01CE-9B95-138E-1DF505159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2A787-FAF1-4E4D-86DA-22A786EAFD3C}" type="datetimeFigureOut">
              <a:rPr lang="es-ES" smtClean="0"/>
              <a:t>18/03/2026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9C1E141-9908-72F4-2FC4-2F50C4103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C5671A9-B88B-C708-87EF-7246ADF1D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4AA5A-AA6E-4D01-8714-8EF6788C005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672699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F22B64-CB7B-6DA6-D78C-E30CBF19E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10C0EBB-EBBD-919C-7703-270582A28F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86A17D6-9A3F-90DA-B11F-6B184233B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2A787-FAF1-4E4D-86DA-22A786EAFD3C}" type="datetimeFigureOut">
              <a:rPr lang="es-ES" smtClean="0"/>
              <a:t>18/03/2026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8484BCB-2DE2-1295-8C10-7F0781C7C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D13C12C-B6D8-ABA7-559B-F3D085E66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4AA5A-AA6E-4D01-8714-8EF6788C005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95908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FFBA30-0076-80AE-071B-E14681557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6DCC473-7708-F0EB-3524-41FC5B9BA4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CAAFAD8-8A09-CCFB-0F86-86A2BD653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2A787-FAF1-4E4D-86DA-22A786EAFD3C}" type="datetimeFigureOut">
              <a:rPr lang="es-ES" smtClean="0"/>
              <a:t>18/03/2026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E59FA4F-419A-027F-51FC-3A8C4CC8B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1714774-DB0B-AA76-59BA-68DCE009D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4AA5A-AA6E-4D01-8714-8EF6788C005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11430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C64A63-B26F-44B2-84B9-343E6CAE5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2EAE712-A68C-DAC4-89FA-8CBE0D6A1C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82B1128-D672-C8D2-888A-E655C646CA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66AB1FA-B780-E607-369E-1905A317C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2A787-FAF1-4E4D-86DA-22A786EAFD3C}" type="datetimeFigureOut">
              <a:rPr lang="es-ES" smtClean="0"/>
              <a:t>18/03/2026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92AB55E-2313-6B2E-7AF8-AC73F67EA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643AD9A-A7FE-0385-4403-A2051DB6D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4AA5A-AA6E-4D01-8714-8EF6788C005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15360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57BD52-5FEA-6826-8345-8B3CB0964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897BC00-FD90-04B6-42E2-ED78D89891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26EB885-BE85-C9CB-951C-76C1F85D1B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38FCE30-EF8B-8E16-D6E1-A7CE3D1706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3574DE1-9CF2-0398-6475-0596325662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1C7F5E2-7B96-2F45-8E37-BF9F564FD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2A787-FAF1-4E4D-86DA-22A786EAFD3C}" type="datetimeFigureOut">
              <a:rPr lang="es-ES" smtClean="0"/>
              <a:t>18/03/2026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1ADC509-7C91-8B6E-FD96-1988E85C7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65554E5-32B9-D5D0-2505-6D6BA85AA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4AA5A-AA6E-4D01-8714-8EF6788C005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72381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B04450-8BDC-FA37-9260-66C27F6CF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B6138B9-9699-9A66-2998-8A60C10E6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2A787-FAF1-4E4D-86DA-22A786EAFD3C}" type="datetimeFigureOut">
              <a:rPr lang="es-ES" smtClean="0"/>
              <a:t>18/03/2026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F3C8A46-6416-9C7E-F945-8D5075723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7FA8211-03AD-ED38-BFDF-84C0BFFF3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4AA5A-AA6E-4D01-8714-8EF6788C005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00823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BAA2DDC-7422-D351-7FB0-49A57DBD7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2A787-FAF1-4E4D-86DA-22A786EAFD3C}" type="datetimeFigureOut">
              <a:rPr lang="es-ES" smtClean="0"/>
              <a:t>18/03/2026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A564A71-AC4A-C2B9-410D-C04CF050D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9FC52A5-BD34-7402-5062-5E2941F53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4AA5A-AA6E-4D01-8714-8EF6788C005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807856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5E20B3-51EE-C1AD-FE11-4184D3B1B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67395C1-C1BD-76A8-EBBD-D6832CAE9F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26BEF17-007C-630C-CC29-FEE68A392B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FDFED6-B904-F264-12E5-A3700F57A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2A787-FAF1-4E4D-86DA-22A786EAFD3C}" type="datetimeFigureOut">
              <a:rPr lang="es-ES" smtClean="0"/>
              <a:t>18/03/2026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3A25AD7-71AB-AFC6-291C-8775F573E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59A0983-632A-6452-54FF-C5F85C0AE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4AA5A-AA6E-4D01-8714-8EF6788C005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478088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881BB3-198A-4647-2D55-C7AC623A4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CF7B697-A479-6A4A-FEFD-D20DACF955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0E36A28-6B17-09CB-7BAC-5EAF6612DF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F127393-6BE8-8B7A-3352-EECC9E3E0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2A787-FAF1-4E4D-86DA-22A786EAFD3C}" type="datetimeFigureOut">
              <a:rPr lang="es-ES" smtClean="0"/>
              <a:t>18/03/2026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0E6267F-6F69-5034-F4DE-B9FB71378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6EABB48-EAA8-5FE5-CFC5-792B293E6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4AA5A-AA6E-4D01-8714-8EF6788C005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915891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4A4522-7A7A-0F5C-5976-C276403A4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4ED0FE3-C99E-E523-372C-5EC39D8B7C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A18844B-9E62-8ADA-58A5-C138F2556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2A787-FAF1-4E4D-86DA-22A786EAFD3C}" type="datetimeFigureOut">
              <a:rPr lang="es-ES" smtClean="0"/>
              <a:t>18/03/2026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B7A0018-E30C-66F8-1AC2-0002696BC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1457C78-A09E-73C3-EF61-6D2702C70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4AA5A-AA6E-4D01-8714-8EF6788C005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703328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B04FB43-FD10-D728-D063-27478B069A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22E03D0-ED4A-40FF-F7BE-7B97087D7B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708B75-40AB-65FE-61D9-23962F3B8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2A787-FAF1-4E4D-86DA-22A786EAFD3C}" type="datetimeFigureOut">
              <a:rPr lang="es-ES" smtClean="0"/>
              <a:t>18/03/2026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07107FB-B844-DCF3-98D9-6F88E838C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EEAF090-4B01-2C3E-F83F-F30867311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4AA5A-AA6E-4D01-8714-8EF6788C005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742321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E6765C4-46C7-14DF-2803-99C3A6F36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E194DC9-08F8-99A7-BD7C-69580F047A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A3C9A21-F7E0-29DB-99D1-F3ED783D9C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22A787-FAF1-4E4D-86DA-22A786EAFD3C}" type="datetimeFigureOut">
              <a:rPr lang="es-ES" smtClean="0"/>
              <a:t>18/03/2026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39576AC-1D0B-9B03-3D14-090AF64400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93E8D3B-55FD-CA49-54D6-478B2F3C50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14AA5A-AA6E-4D01-8714-8EF6788C005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848213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3.jpeg"/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12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microsoft.com/office/2007/relationships/hdphoto" Target="../media/hdphoto1.wdp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svg"/><Relationship Id="rId7" Type="http://schemas.openxmlformats.org/officeDocument/2006/relationships/image" Target="../media/image4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8.svg"/><Relationship Id="rId4" Type="http://schemas.openxmlformats.org/officeDocument/2006/relationships/image" Target="../media/image7.png"/><Relationship Id="rId9" Type="http://schemas.openxmlformats.org/officeDocument/2006/relationships/image" Target="../media/image1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5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AA782F7-5DEA-073D-DCAE-B56EA972477E}"/>
              </a:ext>
            </a:extLst>
          </p:cNvPr>
          <p:cNvSpPr txBox="1"/>
          <p:nvPr/>
        </p:nvSpPr>
        <p:spPr>
          <a:xfrm>
            <a:off x="2363554" y="1509619"/>
            <a:ext cx="7066721" cy="1328023"/>
          </a:xfrm>
          <a:prstGeom prst="roundRect">
            <a:avLst>
              <a:gd name="adj" fmla="val 17150"/>
            </a:avLst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s-ES" sz="32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Quedan</a:t>
            </a:r>
          </a:p>
          <a:p>
            <a:pPr algn="ctr"/>
            <a:r>
              <a:rPr lang="es-ES" sz="4000" dirty="0">
                <a:solidFill>
                  <a:schemeClr val="bg1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85 días 01 horas 30 minutos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551F6AF-14F3-F9A1-078B-3F80F0C87B57}"/>
              </a:ext>
            </a:extLst>
          </p:cNvPr>
          <p:cNvSpPr txBox="1"/>
          <p:nvPr/>
        </p:nvSpPr>
        <p:spPr>
          <a:xfrm>
            <a:off x="4665526" y="3429000"/>
            <a:ext cx="2462778" cy="646986"/>
          </a:xfrm>
          <a:prstGeom prst="roundRect">
            <a:avLst>
              <a:gd name="adj" fmla="val 0"/>
            </a:avLst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s-ES" sz="32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Crear porra</a:t>
            </a:r>
            <a:endParaRPr lang="es-ES" sz="4000" dirty="0"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9A10DB9-0321-348A-E2D2-AEB8B93C3533}"/>
              </a:ext>
            </a:extLst>
          </p:cNvPr>
          <p:cNvSpPr txBox="1"/>
          <p:nvPr/>
        </p:nvSpPr>
        <p:spPr>
          <a:xfrm>
            <a:off x="4665526" y="4354415"/>
            <a:ext cx="2462778" cy="1077218"/>
          </a:xfrm>
          <a:prstGeom prst="roundRect">
            <a:avLst>
              <a:gd name="adj" fmla="val 0"/>
            </a:avLst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32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Unirse a una porra</a:t>
            </a:r>
            <a:endParaRPr lang="es-ES" sz="4000" dirty="0"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pic>
        <p:nvPicPr>
          <p:cNvPr id="6" name="Gráfico 5" descr="Usuario con relleno sólido">
            <a:extLst>
              <a:ext uri="{FF2B5EF4-FFF2-40B4-BE49-F238E27FC236}">
                <a16:creationId xmlns:a16="http://schemas.microsoft.com/office/drawing/2014/main" id="{2B81288F-65D4-EB34-E639-F0ACB83EA0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58266" y="194095"/>
            <a:ext cx="731807" cy="731807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AA25CC21-B957-2A49-0412-F7DE3688912E}"/>
              </a:ext>
            </a:extLst>
          </p:cNvPr>
          <p:cNvSpPr txBox="1"/>
          <p:nvPr/>
        </p:nvSpPr>
        <p:spPr>
          <a:xfrm>
            <a:off x="4665526" y="5501729"/>
            <a:ext cx="2462778" cy="584775"/>
          </a:xfrm>
          <a:prstGeom prst="roundRect">
            <a:avLst>
              <a:gd name="adj" fmla="val 0"/>
            </a:avLst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3200" dirty="0">
                <a:solidFill>
                  <a:schemeClr val="bg1">
                    <a:lumMod val="85000"/>
                  </a:schemeClr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Id de porra</a:t>
            </a:r>
            <a:endParaRPr lang="es-ES" sz="4000" dirty="0">
              <a:solidFill>
                <a:schemeClr val="bg1">
                  <a:lumMod val="85000"/>
                </a:schemeClr>
              </a:solidFill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BB22411-CC65-FE28-D75B-8AE37813B11B}"/>
              </a:ext>
            </a:extLst>
          </p:cNvPr>
          <p:cNvSpPr txBox="1"/>
          <p:nvPr/>
        </p:nvSpPr>
        <p:spPr>
          <a:xfrm>
            <a:off x="9158445" y="380203"/>
            <a:ext cx="1728358" cy="461665"/>
          </a:xfrm>
          <a:prstGeom prst="roundRect">
            <a:avLst>
              <a:gd name="adj" fmla="val 0"/>
            </a:avLst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s-ES" sz="24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Mis porras</a:t>
            </a:r>
            <a:endParaRPr lang="es-ES" sz="3200" dirty="0"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5DB5ACC2-DDE1-48B3-8C39-636E609A8D00}"/>
              </a:ext>
            </a:extLst>
          </p:cNvPr>
          <p:cNvSpPr txBox="1"/>
          <p:nvPr/>
        </p:nvSpPr>
        <p:spPr>
          <a:xfrm>
            <a:off x="296747" y="380202"/>
            <a:ext cx="2016899" cy="461665"/>
          </a:xfrm>
          <a:prstGeom prst="roundRect">
            <a:avLst>
              <a:gd name="adj" fmla="val 0"/>
            </a:avLst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s-ES" sz="24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Clasificación</a:t>
            </a:r>
            <a:endParaRPr lang="es-ES" sz="3200" dirty="0"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C3E9FA9-8AAE-4C8D-0BA0-4DADF6491ABB}"/>
              </a:ext>
            </a:extLst>
          </p:cNvPr>
          <p:cNvSpPr txBox="1"/>
          <p:nvPr/>
        </p:nvSpPr>
        <p:spPr>
          <a:xfrm>
            <a:off x="2615261" y="376680"/>
            <a:ext cx="2864888" cy="461665"/>
          </a:xfrm>
          <a:prstGeom prst="roundRect">
            <a:avLst>
              <a:gd name="adj" fmla="val 0"/>
            </a:avLst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s-ES" sz="24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Próximos partidos</a:t>
            </a:r>
            <a:endParaRPr lang="es-ES" sz="3200" dirty="0"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D519DE8E-8F2D-D792-6B40-569399F10444}"/>
              </a:ext>
            </a:extLst>
          </p:cNvPr>
          <p:cNvGrpSpPr/>
          <p:nvPr/>
        </p:nvGrpSpPr>
        <p:grpSpPr>
          <a:xfrm>
            <a:off x="5781765" y="380202"/>
            <a:ext cx="3042862" cy="461665"/>
            <a:chOff x="5781765" y="380202"/>
            <a:chExt cx="3042862" cy="461665"/>
          </a:xfrm>
        </p:grpSpPr>
        <p:sp>
          <p:nvSpPr>
            <p:cNvPr id="12" name="CuadroTexto 11">
              <a:extLst>
                <a:ext uri="{FF2B5EF4-FFF2-40B4-BE49-F238E27FC236}">
                  <a16:creationId xmlns:a16="http://schemas.microsoft.com/office/drawing/2014/main" id="{850FF939-1BFB-5121-6A1A-681A09F6FB8D}"/>
                </a:ext>
              </a:extLst>
            </p:cNvPr>
            <p:cNvSpPr txBox="1"/>
            <p:nvPr/>
          </p:nvSpPr>
          <p:spPr>
            <a:xfrm>
              <a:off x="5781765" y="380202"/>
              <a:ext cx="3042862" cy="461665"/>
            </a:xfrm>
            <a:prstGeom prst="roundRect">
              <a:avLst>
                <a:gd name="adj" fmla="val 0"/>
              </a:avLst>
            </a:prstGeom>
            <a:solidFill>
              <a:schemeClr val="accent6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s-ES" sz="2400" dirty="0">
                  <a:latin typeface="ADLaM Display" panose="020F0502020204030204" pitchFamily="2" charset="0"/>
                  <a:ea typeface="ADLaM Display" panose="020F0502020204030204" pitchFamily="2" charset="0"/>
                  <a:cs typeface="ADLaM Display" panose="020F0502020204030204" pitchFamily="2" charset="0"/>
                </a:rPr>
                <a:t>Mis predicciones        </a:t>
              </a:r>
              <a:endParaRPr lang="es-ES" sz="32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endParaRPr>
            </a:p>
          </p:txBody>
        </p:sp>
        <p:pic>
          <p:nvPicPr>
            <p:cNvPr id="13" name="Gráfico 12" descr="Advertencia con relleno sólido">
              <a:extLst>
                <a:ext uri="{FF2B5EF4-FFF2-40B4-BE49-F238E27FC236}">
                  <a16:creationId xmlns:a16="http://schemas.microsoft.com/office/drawing/2014/main" id="{FD3A5E73-1B94-B237-C267-E9B4D971ADC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366096" y="412946"/>
              <a:ext cx="396175" cy="3961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7773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A4C50F-5484-EBEF-CB57-37271B6FA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áfico 5" descr="Usuario con relleno sólido">
            <a:extLst>
              <a:ext uri="{FF2B5EF4-FFF2-40B4-BE49-F238E27FC236}">
                <a16:creationId xmlns:a16="http://schemas.microsoft.com/office/drawing/2014/main" id="{CC525FB0-BFD9-2D1B-CB88-B068C47DB0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58266" y="194095"/>
            <a:ext cx="731807" cy="731807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3386DCC8-3CA5-6ABF-0B62-FF0FEE568C2A}"/>
              </a:ext>
            </a:extLst>
          </p:cNvPr>
          <p:cNvSpPr txBox="1"/>
          <p:nvPr/>
        </p:nvSpPr>
        <p:spPr>
          <a:xfrm>
            <a:off x="742794" y="1044523"/>
            <a:ext cx="3273653" cy="830997"/>
          </a:xfrm>
          <a:prstGeom prst="roundRect">
            <a:avLst>
              <a:gd name="adj" fmla="val 0"/>
            </a:avLst>
          </a:prstGeom>
          <a:noFill/>
        </p:spPr>
        <p:txBody>
          <a:bodyPr wrap="none" rtlCol="0">
            <a:spAutoFit/>
          </a:bodyPr>
          <a:lstStyle>
            <a:defPPr>
              <a:defRPr lang="es-ES"/>
            </a:defPPr>
            <a:lvl1pPr algn="ctr">
              <a:defRPr sz="480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defRPr>
            </a:lvl1pPr>
          </a:lstStyle>
          <a:p>
            <a:r>
              <a:rPr lang="es-ES" dirty="0"/>
              <a:t>Mis porras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F44748B-D470-CDB6-B604-23206CCB6980}"/>
              </a:ext>
            </a:extLst>
          </p:cNvPr>
          <p:cNvSpPr txBox="1"/>
          <p:nvPr/>
        </p:nvSpPr>
        <p:spPr>
          <a:xfrm>
            <a:off x="799488" y="1994140"/>
            <a:ext cx="10633387" cy="584775"/>
          </a:xfrm>
          <a:prstGeom prst="roundRect">
            <a:avLst>
              <a:gd name="adj" fmla="val 0"/>
            </a:avLst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ES" sz="32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Porra familiar							</a:t>
            </a:r>
            <a:r>
              <a:rPr lang="es-ES" sz="2400" dirty="0">
                <a:solidFill>
                  <a:schemeClr val="accent6">
                    <a:lumMod val="75000"/>
                  </a:schemeClr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5 participantes</a:t>
            </a:r>
            <a:endParaRPr lang="es-ES" sz="4000" dirty="0">
              <a:solidFill>
                <a:schemeClr val="accent6">
                  <a:lumMod val="75000"/>
                </a:schemeClr>
              </a:solidFill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DF69284B-9BFA-18F8-B009-12111E4FDFF9}"/>
              </a:ext>
            </a:extLst>
          </p:cNvPr>
          <p:cNvSpPr txBox="1"/>
          <p:nvPr/>
        </p:nvSpPr>
        <p:spPr>
          <a:xfrm>
            <a:off x="799488" y="2784102"/>
            <a:ext cx="10633387" cy="584775"/>
          </a:xfrm>
          <a:prstGeom prst="roundRect">
            <a:avLst>
              <a:gd name="adj" fmla="val 0"/>
            </a:avLst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ES" sz="32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Equipo pádel						       </a:t>
            </a:r>
            <a:r>
              <a:rPr lang="es-ES" sz="2400" dirty="0">
                <a:solidFill>
                  <a:schemeClr val="accent6">
                    <a:lumMod val="75000"/>
                  </a:schemeClr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12 participantes</a:t>
            </a:r>
            <a:endParaRPr lang="es-ES" sz="4000" dirty="0">
              <a:solidFill>
                <a:schemeClr val="accent6">
                  <a:lumMod val="75000"/>
                </a:schemeClr>
              </a:solidFill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49899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62D305-88DE-DAE9-4742-4A4B5E93A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áfico 5" descr="Usuario con relleno sólido">
            <a:extLst>
              <a:ext uri="{FF2B5EF4-FFF2-40B4-BE49-F238E27FC236}">
                <a16:creationId xmlns:a16="http://schemas.microsoft.com/office/drawing/2014/main" id="{96DAFDAB-CEB5-AFD1-79C2-8E3ECDD5D0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58266" y="194095"/>
            <a:ext cx="731807" cy="731807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9E44CAA8-EDEF-6A60-72CA-38FA13CD7C54}"/>
              </a:ext>
            </a:extLst>
          </p:cNvPr>
          <p:cNvSpPr txBox="1"/>
          <p:nvPr/>
        </p:nvSpPr>
        <p:spPr>
          <a:xfrm>
            <a:off x="742794" y="1044523"/>
            <a:ext cx="3273653" cy="830997"/>
          </a:xfrm>
          <a:prstGeom prst="roundRect">
            <a:avLst>
              <a:gd name="adj" fmla="val 0"/>
            </a:avLst>
          </a:prstGeom>
          <a:noFill/>
        </p:spPr>
        <p:txBody>
          <a:bodyPr wrap="none" rtlCol="0">
            <a:spAutoFit/>
          </a:bodyPr>
          <a:lstStyle>
            <a:defPPr>
              <a:defRPr lang="es-ES"/>
            </a:defPPr>
            <a:lvl1pPr algn="ctr">
              <a:defRPr sz="480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defRPr>
            </a:lvl1pPr>
          </a:lstStyle>
          <a:p>
            <a:r>
              <a:rPr lang="es-ES" dirty="0"/>
              <a:t>Mis porras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10E52F5-8817-1296-EEB5-9A1E07CF41F7}"/>
              </a:ext>
            </a:extLst>
          </p:cNvPr>
          <p:cNvSpPr txBox="1"/>
          <p:nvPr/>
        </p:nvSpPr>
        <p:spPr>
          <a:xfrm>
            <a:off x="799488" y="1994140"/>
            <a:ext cx="10633387" cy="584775"/>
          </a:xfrm>
          <a:prstGeom prst="roundRect">
            <a:avLst>
              <a:gd name="adj" fmla="val 0"/>
            </a:avLst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ES" sz="32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Porra familiar						</a:t>
            </a:r>
            <a:r>
              <a:rPr lang="es-ES" sz="2400" dirty="0">
                <a:solidFill>
                  <a:schemeClr val="accent6">
                    <a:lumMod val="75000"/>
                  </a:schemeClr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4º de 5 participantes</a:t>
            </a:r>
            <a:endParaRPr lang="es-ES" sz="4000" dirty="0">
              <a:solidFill>
                <a:schemeClr val="accent6">
                  <a:lumMod val="75000"/>
                </a:schemeClr>
              </a:solidFill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05E0596E-834C-0356-3827-B55822DED75D}"/>
              </a:ext>
            </a:extLst>
          </p:cNvPr>
          <p:cNvSpPr txBox="1"/>
          <p:nvPr/>
        </p:nvSpPr>
        <p:spPr>
          <a:xfrm>
            <a:off x="799488" y="2784102"/>
            <a:ext cx="10633387" cy="584775"/>
          </a:xfrm>
          <a:prstGeom prst="roundRect">
            <a:avLst>
              <a:gd name="adj" fmla="val 0"/>
            </a:avLst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ES" sz="32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Equipo pádel					       </a:t>
            </a:r>
            <a:r>
              <a:rPr lang="es-ES" sz="2400" dirty="0">
                <a:solidFill>
                  <a:schemeClr val="accent6">
                    <a:lumMod val="75000"/>
                  </a:schemeClr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3º de 12 participantes</a:t>
            </a:r>
            <a:endParaRPr lang="es-ES" sz="4000" dirty="0">
              <a:solidFill>
                <a:schemeClr val="accent6">
                  <a:lumMod val="75000"/>
                </a:schemeClr>
              </a:solidFill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35591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39B468-2BCC-B06F-91D3-EE7573E7D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áfico 5" descr="Usuario con relleno sólido">
            <a:extLst>
              <a:ext uri="{FF2B5EF4-FFF2-40B4-BE49-F238E27FC236}">
                <a16:creationId xmlns:a16="http://schemas.microsoft.com/office/drawing/2014/main" id="{90E8E050-F9C4-90CB-72EC-20541663A0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58266" y="194095"/>
            <a:ext cx="731807" cy="731807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049468D9-714A-4017-1B06-6629FD46E590}"/>
              </a:ext>
            </a:extLst>
          </p:cNvPr>
          <p:cNvSpPr txBox="1"/>
          <p:nvPr/>
        </p:nvSpPr>
        <p:spPr>
          <a:xfrm>
            <a:off x="799489" y="838701"/>
            <a:ext cx="3139907" cy="584775"/>
          </a:xfrm>
          <a:prstGeom prst="roundRect">
            <a:avLst>
              <a:gd name="adj" fmla="val 0"/>
            </a:avLst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ES" sz="32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Porra familiar	</a:t>
            </a:r>
            <a:endParaRPr lang="es-ES" sz="4000" dirty="0">
              <a:solidFill>
                <a:schemeClr val="accent6">
                  <a:lumMod val="75000"/>
                </a:schemeClr>
              </a:solidFill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4342064E-8D6F-6773-D919-511D5FDF2E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4487491"/>
              </p:ext>
            </p:extLst>
          </p:nvPr>
        </p:nvGraphicFramePr>
        <p:xfrm>
          <a:off x="799489" y="1990624"/>
          <a:ext cx="6055636" cy="24942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542723">
                  <a:extLst>
                    <a:ext uri="{9D8B030D-6E8A-4147-A177-3AD203B41FA5}">
                      <a16:colId xmlns:a16="http://schemas.microsoft.com/office/drawing/2014/main" val="790739110"/>
                    </a:ext>
                  </a:extLst>
                </a:gridCol>
                <a:gridCol w="1311102">
                  <a:extLst>
                    <a:ext uri="{9D8B030D-6E8A-4147-A177-3AD203B41FA5}">
                      <a16:colId xmlns:a16="http://schemas.microsoft.com/office/drawing/2014/main" val="1321397708"/>
                    </a:ext>
                  </a:extLst>
                </a:gridCol>
                <a:gridCol w="1465350">
                  <a:extLst>
                    <a:ext uri="{9D8B030D-6E8A-4147-A177-3AD203B41FA5}">
                      <a16:colId xmlns:a16="http://schemas.microsoft.com/office/drawing/2014/main" val="1411072160"/>
                    </a:ext>
                  </a:extLst>
                </a:gridCol>
                <a:gridCol w="1525334">
                  <a:extLst>
                    <a:ext uri="{9D8B030D-6E8A-4147-A177-3AD203B41FA5}">
                      <a16:colId xmlns:a16="http://schemas.microsoft.com/office/drawing/2014/main" val="1739326784"/>
                    </a:ext>
                  </a:extLst>
                </a:gridCol>
                <a:gridCol w="1211127">
                  <a:extLst>
                    <a:ext uri="{9D8B030D-6E8A-4147-A177-3AD203B41FA5}">
                      <a16:colId xmlns:a16="http://schemas.microsoft.com/office/drawing/2014/main" val="18648902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s-ES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Jugador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Puntos totales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err="1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Ptos</a:t>
                      </a:r>
                      <a:r>
                        <a:rPr lang="es-ES" dirty="0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 fase grupos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err="1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Ptos</a:t>
                      </a:r>
                      <a:r>
                        <a:rPr lang="es-ES" dirty="0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 fase final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96008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1º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Alberto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99566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2º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Juan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0845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3º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Inés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63207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4º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Lalo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34014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5º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Helen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5892340"/>
                  </a:ext>
                </a:extLst>
              </a:tr>
            </a:tbl>
          </a:graphicData>
        </a:graphic>
      </p:graphicFrame>
      <p:sp>
        <p:nvSpPr>
          <p:cNvPr id="7" name="CuadroTexto 6">
            <a:extLst>
              <a:ext uri="{FF2B5EF4-FFF2-40B4-BE49-F238E27FC236}">
                <a16:creationId xmlns:a16="http://schemas.microsoft.com/office/drawing/2014/main" id="{2FEA8C5D-15F4-A20A-8111-D8602953D421}"/>
              </a:ext>
            </a:extLst>
          </p:cNvPr>
          <p:cNvSpPr txBox="1"/>
          <p:nvPr/>
        </p:nvSpPr>
        <p:spPr>
          <a:xfrm>
            <a:off x="750606" y="4533682"/>
            <a:ext cx="6167779" cy="584775"/>
          </a:xfrm>
          <a:prstGeom prst="roundRect">
            <a:avLst>
              <a:gd name="adj" fmla="val 0"/>
            </a:avLst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ES" sz="32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(desglose de puntos por fase)</a:t>
            </a:r>
            <a:endParaRPr lang="es-ES" sz="4000" dirty="0">
              <a:solidFill>
                <a:schemeClr val="accent6">
                  <a:lumMod val="75000"/>
                </a:schemeClr>
              </a:solidFill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1D9F6D5-7D4E-8DDE-2E8B-5B16F7B74AC0}"/>
              </a:ext>
            </a:extLst>
          </p:cNvPr>
          <p:cNvSpPr txBox="1"/>
          <p:nvPr/>
        </p:nvSpPr>
        <p:spPr>
          <a:xfrm>
            <a:off x="7637253" y="2060685"/>
            <a:ext cx="4060166" cy="2308324"/>
          </a:xfrm>
          <a:prstGeom prst="roundRect">
            <a:avLst>
              <a:gd name="adj" fmla="val 0"/>
            </a:avLst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chemeClr val="tx2">
                    <a:lumMod val="50000"/>
                    <a:lumOff val="50000"/>
                  </a:schemeClr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11 de junio 22:53 </a:t>
            </a:r>
            <a:r>
              <a:rPr lang="es-ES" sz="1600" dirty="0">
                <a:solidFill>
                  <a:schemeClr val="accent6">
                    <a:lumMod val="75000"/>
                  </a:schemeClr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– Final del partido</a:t>
            </a:r>
          </a:p>
          <a:p>
            <a:r>
              <a:rPr lang="es-ES" sz="1600" dirty="0">
                <a:solidFill>
                  <a:schemeClr val="accent6">
                    <a:lumMod val="75000"/>
                  </a:schemeClr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México 3-1 Sudáfrica</a:t>
            </a:r>
          </a:p>
          <a:p>
            <a:r>
              <a:rPr lang="es-ES" sz="16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+3 puntos </a:t>
            </a:r>
            <a:r>
              <a:rPr lang="es-ES" sz="1600" dirty="0">
                <a:solidFill>
                  <a:schemeClr val="accent6">
                    <a:lumMod val="75000"/>
                  </a:schemeClr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para </a:t>
            </a:r>
            <a:r>
              <a:rPr lang="es-ES" sz="16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Alberto</a:t>
            </a:r>
            <a:r>
              <a:rPr lang="es-ES" sz="1600" dirty="0">
                <a:solidFill>
                  <a:schemeClr val="accent6">
                    <a:lumMod val="75000"/>
                  </a:schemeClr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 por 1x2</a:t>
            </a:r>
          </a:p>
          <a:p>
            <a:r>
              <a:rPr lang="es-ES" sz="16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+3 puntos </a:t>
            </a:r>
            <a:r>
              <a:rPr lang="es-ES" sz="1600" dirty="0">
                <a:solidFill>
                  <a:schemeClr val="accent6">
                    <a:lumMod val="75000"/>
                  </a:schemeClr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para </a:t>
            </a:r>
            <a:r>
              <a:rPr lang="es-ES" sz="16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Juan</a:t>
            </a:r>
            <a:r>
              <a:rPr lang="es-ES" sz="1600" dirty="0">
                <a:solidFill>
                  <a:schemeClr val="accent6">
                    <a:lumMod val="75000"/>
                  </a:schemeClr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 por 1x2</a:t>
            </a:r>
          </a:p>
          <a:p>
            <a:r>
              <a:rPr lang="es-ES" sz="16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+5 puntos </a:t>
            </a:r>
            <a:r>
              <a:rPr lang="es-ES" sz="1600" dirty="0">
                <a:solidFill>
                  <a:schemeClr val="accent6">
                    <a:lumMod val="75000"/>
                  </a:schemeClr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para </a:t>
            </a:r>
            <a:r>
              <a:rPr lang="es-ES" sz="16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Inés</a:t>
            </a:r>
            <a:r>
              <a:rPr lang="es-ES" sz="1600" dirty="0">
                <a:solidFill>
                  <a:schemeClr val="accent6">
                    <a:lumMod val="75000"/>
                  </a:schemeClr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 por diferencia de goles</a:t>
            </a:r>
          </a:p>
          <a:p>
            <a:r>
              <a:rPr lang="es-ES" sz="16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+10 puntos </a:t>
            </a:r>
            <a:r>
              <a:rPr lang="es-ES" sz="1600" dirty="0">
                <a:solidFill>
                  <a:schemeClr val="accent6">
                    <a:lumMod val="75000"/>
                  </a:schemeClr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para </a:t>
            </a:r>
            <a:r>
              <a:rPr lang="es-ES" sz="16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Lalo</a:t>
            </a:r>
            <a:r>
              <a:rPr lang="es-ES" sz="1600" dirty="0">
                <a:solidFill>
                  <a:schemeClr val="accent6">
                    <a:lumMod val="75000"/>
                  </a:schemeClr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 por resultado exacto</a:t>
            </a:r>
          </a:p>
          <a:p>
            <a:r>
              <a:rPr lang="es-ES" sz="16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Helen</a:t>
            </a:r>
            <a:r>
              <a:rPr lang="es-ES" sz="1600" dirty="0">
                <a:solidFill>
                  <a:schemeClr val="accent6">
                    <a:lumMod val="75000"/>
                  </a:schemeClr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 no suma puntos</a:t>
            </a:r>
          </a:p>
        </p:txBody>
      </p:sp>
    </p:spTree>
    <p:extLst>
      <p:ext uri="{BB962C8B-B14F-4D97-AF65-F5344CB8AC3E}">
        <p14:creationId xmlns:p14="http://schemas.microsoft.com/office/powerpoint/2010/main" val="11244104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3C3EC-9F99-3FFC-B226-656BC2D8D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áfico 5" descr="Usuario con relleno sólido">
            <a:extLst>
              <a:ext uri="{FF2B5EF4-FFF2-40B4-BE49-F238E27FC236}">
                <a16:creationId xmlns:a16="http://schemas.microsoft.com/office/drawing/2014/main" id="{80CC4D65-21F4-B2F7-7D61-9BACDE76CF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58266" y="194095"/>
            <a:ext cx="731807" cy="731807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9C27E8D1-380D-473F-6B7A-10287610FD97}"/>
              </a:ext>
            </a:extLst>
          </p:cNvPr>
          <p:cNvSpPr txBox="1"/>
          <p:nvPr/>
        </p:nvSpPr>
        <p:spPr>
          <a:xfrm>
            <a:off x="799489" y="838701"/>
            <a:ext cx="1834443" cy="584775"/>
          </a:xfrm>
          <a:prstGeom prst="roundRect">
            <a:avLst>
              <a:gd name="adj" fmla="val 0"/>
            </a:avLst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ES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Alberto</a:t>
            </a:r>
            <a:endParaRPr lang="es-ES" sz="4000" dirty="0">
              <a:solidFill>
                <a:schemeClr val="accent6">
                  <a:lumMod val="75000"/>
                </a:schemeClr>
              </a:solidFill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D2822DB-3B43-752F-EF0A-2F1BD48B9458}"/>
              </a:ext>
            </a:extLst>
          </p:cNvPr>
          <p:cNvSpPr txBox="1"/>
          <p:nvPr/>
        </p:nvSpPr>
        <p:spPr>
          <a:xfrm>
            <a:off x="1058281" y="1772659"/>
            <a:ext cx="2346277" cy="461665"/>
          </a:xfrm>
          <a:prstGeom prst="roundRect">
            <a:avLst>
              <a:gd name="adj" fmla="val 0"/>
            </a:avLst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27 puntos (1º)</a:t>
            </a:r>
            <a:endParaRPr lang="es-ES" sz="3200" dirty="0">
              <a:solidFill>
                <a:schemeClr val="accent6">
                  <a:lumMod val="75000"/>
                </a:schemeClr>
              </a:solidFill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C08E1EF1-7501-C711-3CAF-DE993B8B8955}"/>
              </a:ext>
            </a:extLst>
          </p:cNvPr>
          <p:cNvGrpSpPr/>
          <p:nvPr/>
        </p:nvGrpSpPr>
        <p:grpSpPr>
          <a:xfrm>
            <a:off x="1121233" y="2469349"/>
            <a:ext cx="3025397" cy="783193"/>
            <a:chOff x="1236052" y="2503855"/>
            <a:chExt cx="3025397" cy="783193"/>
          </a:xfrm>
        </p:grpSpPr>
        <p:sp>
          <p:nvSpPr>
            <p:cNvPr id="5" name="CuadroTexto 4">
              <a:extLst>
                <a:ext uri="{FF2B5EF4-FFF2-40B4-BE49-F238E27FC236}">
                  <a16:creationId xmlns:a16="http://schemas.microsoft.com/office/drawing/2014/main" id="{F44C9BAD-77DD-9971-02B1-B9998452DD67}"/>
                </a:ext>
              </a:extLst>
            </p:cNvPr>
            <p:cNvSpPr txBox="1"/>
            <p:nvPr/>
          </p:nvSpPr>
          <p:spPr>
            <a:xfrm>
              <a:off x="1236052" y="2503855"/>
              <a:ext cx="3025397" cy="783193"/>
            </a:xfrm>
            <a:prstGeom prst="roundRect">
              <a:avLst>
                <a:gd name="adj" fmla="val 17150"/>
              </a:avLst>
            </a:prstGeom>
            <a:solidFill>
              <a:schemeClr val="accent6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4000" dirty="0">
                  <a:solidFill>
                    <a:schemeClr val="bg1"/>
                  </a:solidFill>
                  <a:latin typeface="ADLaM Display" panose="020F0502020204030204" pitchFamily="2" charset="0"/>
                  <a:ea typeface="ADLaM Display" panose="020F0502020204030204" pitchFamily="2" charset="0"/>
                  <a:cs typeface="ADLaM Display" panose="020F0502020204030204" pitchFamily="2" charset="0"/>
                </a:rPr>
                <a:t>2-1</a:t>
              </a:r>
            </a:p>
          </p:txBody>
        </p:sp>
        <p:pic>
          <p:nvPicPr>
            <p:cNvPr id="8" name="Picture 2" descr="Comprar bandera de México - Comprar Banderas">
              <a:extLst>
                <a:ext uri="{FF2B5EF4-FFF2-40B4-BE49-F238E27FC236}">
                  <a16:creationId xmlns:a16="http://schemas.microsoft.com/office/drawing/2014/main" id="{ADC811CA-700C-B826-BFBA-5606BB271DC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03230" y="2644075"/>
              <a:ext cx="755505" cy="5027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4" descr="Bandera de Sudáfrica - Wikipedia, la enciclopedia libre">
              <a:extLst>
                <a:ext uri="{FF2B5EF4-FFF2-40B4-BE49-F238E27FC236}">
                  <a16:creationId xmlns:a16="http://schemas.microsoft.com/office/drawing/2014/main" id="{42B6888A-257D-71E6-CE64-828AD7CFC55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21915" y="2644075"/>
              <a:ext cx="755506" cy="5027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1" name="Grupo 10">
            <a:extLst>
              <a:ext uri="{FF2B5EF4-FFF2-40B4-BE49-F238E27FC236}">
                <a16:creationId xmlns:a16="http://schemas.microsoft.com/office/drawing/2014/main" id="{983C6604-EFF5-E798-4AF0-8AC348994E29}"/>
              </a:ext>
            </a:extLst>
          </p:cNvPr>
          <p:cNvGrpSpPr/>
          <p:nvPr/>
        </p:nvGrpSpPr>
        <p:grpSpPr>
          <a:xfrm>
            <a:off x="7193952" y="2545440"/>
            <a:ext cx="2234443" cy="578882"/>
            <a:chOff x="1236052" y="2503855"/>
            <a:chExt cx="3025397" cy="719606"/>
          </a:xfrm>
          <a:noFill/>
        </p:grpSpPr>
        <p:sp>
          <p:nvSpPr>
            <p:cNvPr id="12" name="CuadroTexto 11">
              <a:extLst>
                <a:ext uri="{FF2B5EF4-FFF2-40B4-BE49-F238E27FC236}">
                  <a16:creationId xmlns:a16="http://schemas.microsoft.com/office/drawing/2014/main" id="{B7ED22EF-2DD8-8FDF-63A9-505EE1FFE234}"/>
                </a:ext>
              </a:extLst>
            </p:cNvPr>
            <p:cNvSpPr txBox="1"/>
            <p:nvPr/>
          </p:nvSpPr>
          <p:spPr>
            <a:xfrm>
              <a:off x="1236052" y="2503855"/>
              <a:ext cx="3025397" cy="719606"/>
            </a:xfrm>
            <a:prstGeom prst="roundRect">
              <a:avLst>
                <a:gd name="adj" fmla="val 17150"/>
              </a:avLst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800" dirty="0">
                  <a:solidFill>
                    <a:schemeClr val="bg1"/>
                  </a:solidFill>
                  <a:latin typeface="ADLaM Display" panose="020F0502020204030204" pitchFamily="2" charset="0"/>
                  <a:ea typeface="ADLaM Display" panose="020F0502020204030204" pitchFamily="2" charset="0"/>
                  <a:cs typeface="ADLaM Display" panose="020F0502020204030204" pitchFamily="2" charset="0"/>
                </a:rPr>
                <a:t>3-1</a:t>
              </a:r>
            </a:p>
          </p:txBody>
        </p:sp>
        <p:pic>
          <p:nvPicPr>
            <p:cNvPr id="13" name="Picture 2" descr="Comprar bandera de México - Comprar Banderas">
              <a:extLst>
                <a:ext uri="{FF2B5EF4-FFF2-40B4-BE49-F238E27FC236}">
                  <a16:creationId xmlns:a16="http://schemas.microsoft.com/office/drawing/2014/main" id="{FDF62895-F194-7F19-6A50-C4B8FD37308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03230" y="2644075"/>
              <a:ext cx="755505" cy="502754"/>
            </a:xfrm>
            <a:prstGeom prst="rect">
              <a:avLst/>
            </a:prstGeom>
            <a:grp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4" descr="Bandera de Sudáfrica - Wikipedia, la enciclopedia libre">
              <a:extLst>
                <a:ext uri="{FF2B5EF4-FFF2-40B4-BE49-F238E27FC236}">
                  <a16:creationId xmlns:a16="http://schemas.microsoft.com/office/drawing/2014/main" id="{A4510072-A8B1-9067-C465-538C8213EA8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21915" y="2644075"/>
              <a:ext cx="755506" cy="502754"/>
            </a:xfrm>
            <a:prstGeom prst="rect">
              <a:avLst/>
            </a:prstGeom>
            <a:grp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6" name="CuadroTexto 15">
            <a:extLst>
              <a:ext uri="{FF2B5EF4-FFF2-40B4-BE49-F238E27FC236}">
                <a16:creationId xmlns:a16="http://schemas.microsoft.com/office/drawing/2014/main" id="{CA5AEF8F-5EDF-B214-BF24-8F72F57D5286}"/>
              </a:ext>
            </a:extLst>
          </p:cNvPr>
          <p:cNvSpPr txBox="1"/>
          <p:nvPr/>
        </p:nvSpPr>
        <p:spPr>
          <a:xfrm>
            <a:off x="4973113" y="2534504"/>
            <a:ext cx="1897811" cy="578882"/>
          </a:xfrm>
          <a:prstGeom prst="roundRect">
            <a:avLst>
              <a:gd name="adj" fmla="val 17150"/>
            </a:avLst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dirty="0">
                <a:solidFill>
                  <a:schemeClr val="bg1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+3 </a:t>
            </a:r>
            <a:r>
              <a:rPr lang="es-ES" sz="2800" dirty="0" err="1">
                <a:solidFill>
                  <a:schemeClr val="bg1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ptos</a:t>
            </a:r>
            <a:endParaRPr lang="es-ES" sz="2800" dirty="0">
              <a:solidFill>
                <a:schemeClr val="bg1"/>
              </a:solidFill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pic>
        <p:nvPicPr>
          <p:cNvPr id="20" name="Gráfico 19" descr="Marca de insignia1 con relleno sólido">
            <a:extLst>
              <a:ext uri="{FF2B5EF4-FFF2-40B4-BE49-F238E27FC236}">
                <a16:creationId xmlns:a16="http://schemas.microsoft.com/office/drawing/2014/main" id="{0C9C47D4-7DB6-9F62-8E13-F9B81CC50B7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05977" y="2563743"/>
            <a:ext cx="520404" cy="520404"/>
          </a:xfrm>
          <a:prstGeom prst="rect">
            <a:avLst/>
          </a:prstGeom>
        </p:spPr>
      </p:pic>
      <p:sp>
        <p:nvSpPr>
          <p:cNvPr id="22" name="CuadroTexto 21">
            <a:extLst>
              <a:ext uri="{FF2B5EF4-FFF2-40B4-BE49-F238E27FC236}">
                <a16:creationId xmlns:a16="http://schemas.microsoft.com/office/drawing/2014/main" id="{F424AFDB-EC7D-BC27-8ED8-5635A3809842}"/>
              </a:ext>
            </a:extLst>
          </p:cNvPr>
          <p:cNvSpPr txBox="1"/>
          <p:nvPr/>
        </p:nvSpPr>
        <p:spPr>
          <a:xfrm>
            <a:off x="1121233" y="3541367"/>
            <a:ext cx="3025397" cy="783193"/>
          </a:xfrm>
          <a:prstGeom prst="roundRect">
            <a:avLst>
              <a:gd name="adj" fmla="val 17150"/>
            </a:avLst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4000" dirty="0">
                <a:solidFill>
                  <a:schemeClr val="bg1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4-0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9A950647-F70E-3C6C-3992-C7845F60A83F}"/>
              </a:ext>
            </a:extLst>
          </p:cNvPr>
          <p:cNvSpPr txBox="1"/>
          <p:nvPr/>
        </p:nvSpPr>
        <p:spPr>
          <a:xfrm>
            <a:off x="4973113" y="3620610"/>
            <a:ext cx="1897811" cy="578882"/>
          </a:xfrm>
          <a:prstGeom prst="roundRect">
            <a:avLst>
              <a:gd name="adj" fmla="val 17150"/>
            </a:avLst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dirty="0">
                <a:solidFill>
                  <a:schemeClr val="bg1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+10 </a:t>
            </a:r>
            <a:r>
              <a:rPr lang="es-ES" sz="2800" dirty="0" err="1">
                <a:solidFill>
                  <a:schemeClr val="bg1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ptos</a:t>
            </a:r>
            <a:endParaRPr lang="es-ES" sz="2800" dirty="0">
              <a:solidFill>
                <a:schemeClr val="bg1"/>
              </a:solidFill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pic>
        <p:nvPicPr>
          <p:cNvPr id="2056" name="Picture 8" descr="Bandera de España - Wikipedia, la enciclopedia libre">
            <a:extLst>
              <a:ext uri="{FF2B5EF4-FFF2-40B4-BE49-F238E27FC236}">
                <a16:creationId xmlns:a16="http://schemas.microsoft.com/office/drawing/2014/main" id="{C84B648E-3357-3346-C807-90F74010D5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2553" y="3691127"/>
            <a:ext cx="741169" cy="493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Cabo Verde - Wikipedia, la enciclopedia libre">
            <a:extLst>
              <a:ext uri="{FF2B5EF4-FFF2-40B4-BE49-F238E27FC236}">
                <a16:creationId xmlns:a16="http://schemas.microsoft.com/office/drawing/2014/main" id="{6ED96E93-E4E9-F6FA-2DE4-A239D70DA6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8884" y="3681868"/>
            <a:ext cx="855957" cy="502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2" name="Grupo 41">
            <a:extLst>
              <a:ext uri="{FF2B5EF4-FFF2-40B4-BE49-F238E27FC236}">
                <a16:creationId xmlns:a16="http://schemas.microsoft.com/office/drawing/2014/main" id="{0D778E98-5796-9EE9-5DAA-6E2325E3B751}"/>
              </a:ext>
            </a:extLst>
          </p:cNvPr>
          <p:cNvGrpSpPr/>
          <p:nvPr/>
        </p:nvGrpSpPr>
        <p:grpSpPr>
          <a:xfrm>
            <a:off x="7193952" y="3652067"/>
            <a:ext cx="2234443" cy="578882"/>
            <a:chOff x="4522916" y="3605459"/>
            <a:chExt cx="2234443" cy="578882"/>
          </a:xfrm>
        </p:grpSpPr>
        <p:sp>
          <p:nvSpPr>
            <p:cNvPr id="26" name="CuadroTexto 25">
              <a:extLst>
                <a:ext uri="{FF2B5EF4-FFF2-40B4-BE49-F238E27FC236}">
                  <a16:creationId xmlns:a16="http://schemas.microsoft.com/office/drawing/2014/main" id="{022931F8-110A-C67D-2869-148F2943FE4D}"/>
                </a:ext>
              </a:extLst>
            </p:cNvPr>
            <p:cNvSpPr txBox="1"/>
            <p:nvPr/>
          </p:nvSpPr>
          <p:spPr>
            <a:xfrm>
              <a:off x="4522916" y="3605459"/>
              <a:ext cx="2234443" cy="578882"/>
            </a:xfrm>
            <a:prstGeom prst="roundRect">
              <a:avLst>
                <a:gd name="adj" fmla="val 17150"/>
              </a:avLst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800" dirty="0">
                  <a:solidFill>
                    <a:schemeClr val="bg1"/>
                  </a:solidFill>
                  <a:latin typeface="ADLaM Display" panose="020F0502020204030204" pitchFamily="2" charset="0"/>
                  <a:ea typeface="ADLaM Display" panose="020F0502020204030204" pitchFamily="2" charset="0"/>
                  <a:cs typeface="ADLaM Display" panose="020F0502020204030204" pitchFamily="2" charset="0"/>
                </a:rPr>
                <a:t>4-0</a:t>
              </a:r>
            </a:p>
          </p:txBody>
        </p:sp>
        <p:pic>
          <p:nvPicPr>
            <p:cNvPr id="31" name="Picture 8" descr="Bandera de España - Wikipedia, la enciclopedia libre">
              <a:extLst>
                <a:ext uri="{FF2B5EF4-FFF2-40B4-BE49-F238E27FC236}">
                  <a16:creationId xmlns:a16="http://schemas.microsoft.com/office/drawing/2014/main" id="{62BC5E69-4677-90F8-C062-D4E8F1646A8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46387" y="3691127"/>
              <a:ext cx="576333" cy="38352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2" name="Picture 10" descr="Cabo Verde - Wikipedia, la enciclopedia libre">
              <a:extLst>
                <a:ext uri="{FF2B5EF4-FFF2-40B4-BE49-F238E27FC236}">
                  <a16:creationId xmlns:a16="http://schemas.microsoft.com/office/drawing/2014/main" id="{554BDD15-CE41-E2A9-527C-DD798851509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63455" y="3679101"/>
              <a:ext cx="653329" cy="38352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60" name="Picture 12" descr="Movimiento brillante (!!) Chapa">
            <a:extLst>
              <a:ext uri="{FF2B5EF4-FFF2-40B4-BE49-F238E27FC236}">
                <a16:creationId xmlns:a16="http://schemas.microsoft.com/office/drawing/2014/main" id="{85B5914D-26B2-D024-40FA-BC3213AAE1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0000" b="90000" l="10000" r="90000">
                        <a14:foregroundMark x1="40667" y1="33100" x2="42400" y2="50600"/>
                        <a14:foregroundMark x1="60000" y1="34500" x2="62000" y2="54000"/>
                        <a14:foregroundMark x1="43333" y1="59600" x2="43467" y2="63100"/>
                        <a14:foregroundMark x1="58267" y1="61900" x2="59067" y2="66800"/>
                        <a14:foregroundMark x1="40933" y1="59800" x2="44133" y2="642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4344" y="3527081"/>
            <a:ext cx="587396" cy="7831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CuadroTexto 32">
            <a:extLst>
              <a:ext uri="{FF2B5EF4-FFF2-40B4-BE49-F238E27FC236}">
                <a16:creationId xmlns:a16="http://schemas.microsoft.com/office/drawing/2014/main" id="{035FED6F-0F89-AC04-D8DC-0C59D0C8211F}"/>
              </a:ext>
            </a:extLst>
          </p:cNvPr>
          <p:cNvSpPr txBox="1"/>
          <p:nvPr/>
        </p:nvSpPr>
        <p:spPr>
          <a:xfrm>
            <a:off x="1121233" y="4613385"/>
            <a:ext cx="3025397" cy="783193"/>
          </a:xfrm>
          <a:prstGeom prst="roundRect">
            <a:avLst>
              <a:gd name="adj" fmla="val 17150"/>
            </a:avLst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4000" dirty="0">
                <a:solidFill>
                  <a:schemeClr val="bg1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-</a:t>
            </a:r>
          </a:p>
        </p:txBody>
      </p:sp>
      <p:pic>
        <p:nvPicPr>
          <p:cNvPr id="2062" name="Picture 14" descr="Bandera de Portugal - Wikipedia, la enciclopedia libre">
            <a:extLst>
              <a:ext uri="{FF2B5EF4-FFF2-40B4-BE49-F238E27FC236}">
                <a16:creationId xmlns:a16="http://schemas.microsoft.com/office/drawing/2014/main" id="{85449E5A-9B49-90A0-9D27-B46C984F96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5202" y="4804706"/>
            <a:ext cx="678714" cy="4516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4" name="Picture 16" descr="Bandera de tela nacional del Reino de Bélgica, fondo textil | Foto Premium">
            <a:extLst>
              <a:ext uri="{FF2B5EF4-FFF2-40B4-BE49-F238E27FC236}">
                <a16:creationId xmlns:a16="http://schemas.microsoft.com/office/drawing/2014/main" id="{B8C63B50-A4CD-EF57-1EE9-FC163845AA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6231" y="4747193"/>
            <a:ext cx="848610" cy="509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CuadroTexto 40">
            <a:extLst>
              <a:ext uri="{FF2B5EF4-FFF2-40B4-BE49-F238E27FC236}">
                <a16:creationId xmlns:a16="http://schemas.microsoft.com/office/drawing/2014/main" id="{7899C506-6173-D73A-C2BC-BFAE319EA80C}"/>
              </a:ext>
            </a:extLst>
          </p:cNvPr>
          <p:cNvSpPr txBox="1"/>
          <p:nvPr/>
        </p:nvSpPr>
        <p:spPr>
          <a:xfrm>
            <a:off x="4184522" y="4723970"/>
            <a:ext cx="3822956" cy="578882"/>
          </a:xfrm>
          <a:prstGeom prst="roundRect">
            <a:avLst>
              <a:gd name="adj" fmla="val 17150"/>
            </a:avLst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dirty="0">
                <a:solidFill>
                  <a:schemeClr val="accent6">
                    <a:lumMod val="75000"/>
                  </a:schemeClr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13 de junio, 14:00</a:t>
            </a:r>
          </a:p>
        </p:txBody>
      </p:sp>
    </p:spTree>
    <p:extLst>
      <p:ext uri="{BB962C8B-B14F-4D97-AF65-F5344CB8AC3E}">
        <p14:creationId xmlns:p14="http://schemas.microsoft.com/office/powerpoint/2010/main" val="11591108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126F46-B80E-2F81-9085-B490467AA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áfico 5" descr="Usuario con relleno sólido">
            <a:extLst>
              <a:ext uri="{FF2B5EF4-FFF2-40B4-BE49-F238E27FC236}">
                <a16:creationId xmlns:a16="http://schemas.microsoft.com/office/drawing/2014/main" id="{BFA8EDCF-E033-C5F7-456A-0BABC54974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58266" y="194095"/>
            <a:ext cx="731807" cy="731807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0692AAC7-CFC0-3E66-60AF-3AD57EE04E9C}"/>
              </a:ext>
            </a:extLst>
          </p:cNvPr>
          <p:cNvSpPr txBox="1"/>
          <p:nvPr/>
        </p:nvSpPr>
        <p:spPr>
          <a:xfrm>
            <a:off x="699574" y="875721"/>
            <a:ext cx="5881738" cy="830997"/>
          </a:xfrm>
          <a:prstGeom prst="roundRect">
            <a:avLst>
              <a:gd name="adj" fmla="val 0"/>
            </a:avLst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48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MIS PREDICCIONES</a:t>
            </a:r>
            <a:endParaRPr lang="es-ES" sz="6000" dirty="0"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C03E7FE-7FD8-38EB-3169-A63DA3AEB871}"/>
              </a:ext>
            </a:extLst>
          </p:cNvPr>
          <p:cNvSpPr txBox="1"/>
          <p:nvPr/>
        </p:nvSpPr>
        <p:spPr>
          <a:xfrm>
            <a:off x="799486" y="1772065"/>
            <a:ext cx="10633387" cy="584775"/>
          </a:xfrm>
          <a:prstGeom prst="roundRect">
            <a:avLst>
              <a:gd name="adj" fmla="val 0"/>
            </a:avLst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ES" sz="32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Predicciones generales</a:t>
            </a:r>
            <a:endParaRPr lang="es-ES" sz="4000" dirty="0">
              <a:solidFill>
                <a:schemeClr val="accent6">
                  <a:lumMod val="75000"/>
                </a:schemeClr>
              </a:solidFill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F7D3581-46EA-C5C2-9584-0D062E5F50C6}"/>
              </a:ext>
            </a:extLst>
          </p:cNvPr>
          <p:cNvSpPr txBox="1"/>
          <p:nvPr/>
        </p:nvSpPr>
        <p:spPr>
          <a:xfrm>
            <a:off x="799486" y="2487534"/>
            <a:ext cx="10633387" cy="584775"/>
          </a:xfrm>
          <a:prstGeom prst="roundRect">
            <a:avLst>
              <a:gd name="adj" fmla="val 0"/>
            </a:avLst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ES" sz="32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Fase de grupos</a:t>
            </a:r>
            <a:endParaRPr lang="es-ES" sz="4000" dirty="0">
              <a:solidFill>
                <a:schemeClr val="accent6">
                  <a:lumMod val="75000"/>
                </a:schemeClr>
              </a:solidFill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920060C-F572-F081-0CF4-09E82088790D}"/>
              </a:ext>
            </a:extLst>
          </p:cNvPr>
          <p:cNvSpPr txBox="1"/>
          <p:nvPr/>
        </p:nvSpPr>
        <p:spPr>
          <a:xfrm>
            <a:off x="779306" y="3203003"/>
            <a:ext cx="10653567" cy="584775"/>
          </a:xfrm>
          <a:prstGeom prst="roundRect">
            <a:avLst>
              <a:gd name="adj" fmla="val 0"/>
            </a:avLst>
          </a:prstGeom>
          <a:solidFill>
            <a:schemeClr val="accent6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ES" sz="3200" dirty="0">
                <a:solidFill>
                  <a:schemeClr val="accent6">
                    <a:lumMod val="20000"/>
                    <a:lumOff val="80000"/>
                  </a:schemeClr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Octavos de final</a:t>
            </a:r>
            <a:endParaRPr lang="es-ES" sz="4000" dirty="0">
              <a:solidFill>
                <a:schemeClr val="accent6">
                  <a:lumMod val="20000"/>
                  <a:lumOff val="80000"/>
                </a:schemeClr>
              </a:solidFill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5674EE3D-24C5-B9AD-0F1C-07DB75E14893}"/>
              </a:ext>
            </a:extLst>
          </p:cNvPr>
          <p:cNvSpPr txBox="1"/>
          <p:nvPr/>
        </p:nvSpPr>
        <p:spPr>
          <a:xfrm>
            <a:off x="799486" y="3918472"/>
            <a:ext cx="10633387" cy="584775"/>
          </a:xfrm>
          <a:prstGeom prst="roundRect">
            <a:avLst>
              <a:gd name="adj" fmla="val 0"/>
            </a:avLst>
          </a:prstGeom>
          <a:solidFill>
            <a:schemeClr val="accent6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ES" sz="3200" dirty="0">
                <a:solidFill>
                  <a:schemeClr val="accent6">
                    <a:lumMod val="20000"/>
                    <a:lumOff val="80000"/>
                  </a:schemeClr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Cuartos de final</a:t>
            </a:r>
            <a:endParaRPr lang="es-ES" sz="4000" dirty="0">
              <a:solidFill>
                <a:schemeClr val="accent6">
                  <a:lumMod val="20000"/>
                  <a:lumOff val="80000"/>
                </a:schemeClr>
              </a:solidFill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D3E10197-57D6-CD27-3C6E-AD1CA7725DB5}"/>
              </a:ext>
            </a:extLst>
          </p:cNvPr>
          <p:cNvSpPr txBox="1"/>
          <p:nvPr/>
        </p:nvSpPr>
        <p:spPr>
          <a:xfrm>
            <a:off x="779306" y="4633941"/>
            <a:ext cx="10633387" cy="584775"/>
          </a:xfrm>
          <a:prstGeom prst="roundRect">
            <a:avLst>
              <a:gd name="adj" fmla="val 0"/>
            </a:avLst>
          </a:prstGeom>
          <a:solidFill>
            <a:schemeClr val="accent6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ES" sz="3200" dirty="0">
                <a:solidFill>
                  <a:schemeClr val="accent6">
                    <a:lumMod val="20000"/>
                    <a:lumOff val="80000"/>
                  </a:schemeClr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Semifinal</a:t>
            </a:r>
            <a:endParaRPr lang="es-ES" sz="4000" dirty="0">
              <a:solidFill>
                <a:schemeClr val="accent6">
                  <a:lumMod val="20000"/>
                  <a:lumOff val="80000"/>
                </a:schemeClr>
              </a:solidFill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5ECBF8C2-8E09-0F2F-92CD-721288C9418D}"/>
              </a:ext>
            </a:extLst>
          </p:cNvPr>
          <p:cNvSpPr txBox="1"/>
          <p:nvPr/>
        </p:nvSpPr>
        <p:spPr>
          <a:xfrm>
            <a:off x="799486" y="5349410"/>
            <a:ext cx="10633387" cy="584775"/>
          </a:xfrm>
          <a:prstGeom prst="roundRect">
            <a:avLst>
              <a:gd name="adj" fmla="val 0"/>
            </a:avLst>
          </a:prstGeom>
          <a:solidFill>
            <a:schemeClr val="accent6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ES" sz="3200" dirty="0">
                <a:solidFill>
                  <a:schemeClr val="accent6">
                    <a:lumMod val="20000"/>
                    <a:lumOff val="80000"/>
                  </a:schemeClr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Final</a:t>
            </a:r>
            <a:endParaRPr lang="es-ES" sz="4000" dirty="0">
              <a:solidFill>
                <a:schemeClr val="accent6">
                  <a:lumMod val="20000"/>
                  <a:lumOff val="80000"/>
                </a:schemeClr>
              </a:solidFill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D9CD27EA-4D4A-0BB2-E95A-24F9845A5090}"/>
              </a:ext>
            </a:extLst>
          </p:cNvPr>
          <p:cNvSpPr txBox="1"/>
          <p:nvPr/>
        </p:nvSpPr>
        <p:spPr>
          <a:xfrm>
            <a:off x="10219480" y="1833619"/>
            <a:ext cx="1092626" cy="461665"/>
          </a:xfrm>
          <a:prstGeom prst="roundRect">
            <a:avLst>
              <a:gd name="adj" fmla="val 0"/>
            </a:avLst>
          </a:prstGeom>
          <a:solidFill>
            <a:schemeClr val="accent6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ES" sz="2400" dirty="0">
                <a:solidFill>
                  <a:schemeClr val="accent6">
                    <a:lumMod val="20000"/>
                    <a:lumOff val="80000"/>
                  </a:schemeClr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Editar</a:t>
            </a:r>
            <a:endParaRPr lang="es-ES" sz="3200" dirty="0">
              <a:solidFill>
                <a:schemeClr val="accent6">
                  <a:lumMod val="20000"/>
                  <a:lumOff val="80000"/>
                </a:schemeClr>
              </a:solidFill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894FD2ED-F11A-B868-4645-E07891123CAA}"/>
              </a:ext>
            </a:extLst>
          </p:cNvPr>
          <p:cNvSpPr txBox="1"/>
          <p:nvPr/>
        </p:nvSpPr>
        <p:spPr>
          <a:xfrm>
            <a:off x="10219480" y="2549089"/>
            <a:ext cx="1092626" cy="461665"/>
          </a:xfrm>
          <a:prstGeom prst="roundRect">
            <a:avLst>
              <a:gd name="adj" fmla="val 0"/>
            </a:avLst>
          </a:prstGeom>
          <a:solidFill>
            <a:schemeClr val="accent6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ES" sz="2400" dirty="0">
                <a:solidFill>
                  <a:schemeClr val="accent6">
                    <a:lumMod val="20000"/>
                    <a:lumOff val="80000"/>
                  </a:schemeClr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Editar</a:t>
            </a:r>
            <a:endParaRPr lang="es-ES" sz="3200" dirty="0">
              <a:solidFill>
                <a:schemeClr val="accent6">
                  <a:lumMod val="20000"/>
                  <a:lumOff val="80000"/>
                </a:schemeClr>
              </a:solidFill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pic>
        <p:nvPicPr>
          <p:cNvPr id="20" name="Gráfico 19" descr="Marca de insignia1 con relleno sólido">
            <a:extLst>
              <a:ext uri="{FF2B5EF4-FFF2-40B4-BE49-F238E27FC236}">
                <a16:creationId xmlns:a16="http://schemas.microsoft.com/office/drawing/2014/main" id="{3A270861-4D98-6C8A-1EA2-B00032A52D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78309" y="1804249"/>
            <a:ext cx="520404" cy="520404"/>
          </a:xfrm>
          <a:prstGeom prst="rect">
            <a:avLst/>
          </a:prstGeom>
        </p:spPr>
      </p:pic>
      <p:pic>
        <p:nvPicPr>
          <p:cNvPr id="24" name="Gráfico 23" descr="Advertencia con relleno sólido">
            <a:extLst>
              <a:ext uri="{FF2B5EF4-FFF2-40B4-BE49-F238E27FC236}">
                <a16:creationId xmlns:a16="http://schemas.microsoft.com/office/drawing/2014/main" id="{DCF62A52-5516-AEFA-FEF3-E3F37E7C28B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614337" y="2537733"/>
            <a:ext cx="484376" cy="484376"/>
          </a:xfrm>
          <a:prstGeom prst="rect">
            <a:avLst/>
          </a:prstGeom>
        </p:spPr>
      </p:pic>
      <p:sp>
        <p:nvSpPr>
          <p:cNvPr id="25" name="CuadroTexto 24">
            <a:extLst>
              <a:ext uri="{FF2B5EF4-FFF2-40B4-BE49-F238E27FC236}">
                <a16:creationId xmlns:a16="http://schemas.microsoft.com/office/drawing/2014/main" id="{72265ABA-9A62-D7C9-D819-36A7EECF038C}"/>
              </a:ext>
            </a:extLst>
          </p:cNvPr>
          <p:cNvSpPr txBox="1"/>
          <p:nvPr/>
        </p:nvSpPr>
        <p:spPr>
          <a:xfrm>
            <a:off x="7029340" y="2605284"/>
            <a:ext cx="2584997" cy="40011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ES" sz="2000" dirty="0">
                <a:solidFill>
                  <a:schemeClr val="accent5">
                    <a:lumMod val="50000"/>
                  </a:schemeClr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3 días, 4h restantes</a:t>
            </a:r>
            <a:endParaRPr lang="es-ES" sz="2800" dirty="0">
              <a:solidFill>
                <a:schemeClr val="accent5">
                  <a:lumMod val="50000"/>
                </a:schemeClr>
              </a:solidFill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7896FA1F-4599-2120-BA06-1CB40E2A4CDE}"/>
              </a:ext>
            </a:extLst>
          </p:cNvPr>
          <p:cNvSpPr txBox="1"/>
          <p:nvPr/>
        </p:nvSpPr>
        <p:spPr>
          <a:xfrm>
            <a:off x="9377128" y="3279105"/>
            <a:ext cx="1590057" cy="40011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ES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Bloqueado</a:t>
            </a:r>
            <a:endParaRPr lang="es-ES" sz="2800" dirty="0">
              <a:solidFill>
                <a:schemeClr val="accent6">
                  <a:lumMod val="40000"/>
                  <a:lumOff val="60000"/>
                </a:schemeClr>
              </a:solidFill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pic>
        <p:nvPicPr>
          <p:cNvPr id="28" name="Gráfico 27" descr="Reloj de arena terminado con relleno sólido">
            <a:extLst>
              <a:ext uri="{FF2B5EF4-FFF2-40B4-BE49-F238E27FC236}">
                <a16:creationId xmlns:a16="http://schemas.microsoft.com/office/drawing/2014/main" id="{280E0127-05F9-EC2B-3181-525AFEE5987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839946" y="3253202"/>
            <a:ext cx="484376" cy="484376"/>
          </a:xfrm>
          <a:prstGeom prst="rect">
            <a:avLst/>
          </a:prstGeom>
        </p:spPr>
      </p:pic>
      <p:sp>
        <p:nvSpPr>
          <p:cNvPr id="29" name="CuadroTexto 28">
            <a:extLst>
              <a:ext uri="{FF2B5EF4-FFF2-40B4-BE49-F238E27FC236}">
                <a16:creationId xmlns:a16="http://schemas.microsoft.com/office/drawing/2014/main" id="{54DF4F77-246F-9522-F6B2-C699BF9E3CE3}"/>
              </a:ext>
            </a:extLst>
          </p:cNvPr>
          <p:cNvSpPr txBox="1"/>
          <p:nvPr/>
        </p:nvSpPr>
        <p:spPr>
          <a:xfrm>
            <a:off x="9377128" y="3998699"/>
            <a:ext cx="1590057" cy="40011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ES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Bloqueado</a:t>
            </a:r>
            <a:endParaRPr lang="es-ES" sz="2800" dirty="0">
              <a:solidFill>
                <a:schemeClr val="accent6">
                  <a:lumMod val="40000"/>
                  <a:lumOff val="60000"/>
                </a:schemeClr>
              </a:solidFill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pic>
        <p:nvPicPr>
          <p:cNvPr id="30" name="Gráfico 29" descr="Reloj de arena terminado con relleno sólido">
            <a:extLst>
              <a:ext uri="{FF2B5EF4-FFF2-40B4-BE49-F238E27FC236}">
                <a16:creationId xmlns:a16="http://schemas.microsoft.com/office/drawing/2014/main" id="{6D489DB4-A042-69B2-AF10-70EC2D4276F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839946" y="3972796"/>
            <a:ext cx="484376" cy="484376"/>
          </a:xfrm>
          <a:prstGeom prst="rect">
            <a:avLst/>
          </a:prstGeom>
        </p:spPr>
      </p:pic>
      <p:sp>
        <p:nvSpPr>
          <p:cNvPr id="31" name="CuadroTexto 30">
            <a:extLst>
              <a:ext uri="{FF2B5EF4-FFF2-40B4-BE49-F238E27FC236}">
                <a16:creationId xmlns:a16="http://schemas.microsoft.com/office/drawing/2014/main" id="{8070F9AB-EF49-845D-C2D5-4FEB851556C8}"/>
              </a:ext>
            </a:extLst>
          </p:cNvPr>
          <p:cNvSpPr txBox="1"/>
          <p:nvPr/>
        </p:nvSpPr>
        <p:spPr>
          <a:xfrm>
            <a:off x="9377128" y="4710043"/>
            <a:ext cx="1590057" cy="40011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ES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Bloqueado</a:t>
            </a:r>
            <a:endParaRPr lang="es-ES" sz="2800" dirty="0">
              <a:solidFill>
                <a:schemeClr val="accent6">
                  <a:lumMod val="40000"/>
                  <a:lumOff val="60000"/>
                </a:schemeClr>
              </a:solidFill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pic>
        <p:nvPicPr>
          <p:cNvPr id="32" name="Gráfico 31" descr="Reloj de arena terminado con relleno sólido">
            <a:extLst>
              <a:ext uri="{FF2B5EF4-FFF2-40B4-BE49-F238E27FC236}">
                <a16:creationId xmlns:a16="http://schemas.microsoft.com/office/drawing/2014/main" id="{A117E749-8000-0459-0839-C893F8BE433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839946" y="4684140"/>
            <a:ext cx="484376" cy="484376"/>
          </a:xfrm>
          <a:prstGeom prst="rect">
            <a:avLst/>
          </a:prstGeom>
        </p:spPr>
      </p:pic>
      <p:sp>
        <p:nvSpPr>
          <p:cNvPr id="33" name="CuadroTexto 32">
            <a:extLst>
              <a:ext uri="{FF2B5EF4-FFF2-40B4-BE49-F238E27FC236}">
                <a16:creationId xmlns:a16="http://schemas.microsoft.com/office/drawing/2014/main" id="{9D15A90C-0B9A-2796-D03A-D0D6A6101FAB}"/>
              </a:ext>
            </a:extLst>
          </p:cNvPr>
          <p:cNvSpPr txBox="1"/>
          <p:nvPr/>
        </p:nvSpPr>
        <p:spPr>
          <a:xfrm>
            <a:off x="9377128" y="5427083"/>
            <a:ext cx="1590057" cy="40011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ES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Bloqueado</a:t>
            </a:r>
            <a:endParaRPr lang="es-ES" sz="2800" dirty="0">
              <a:solidFill>
                <a:schemeClr val="accent6">
                  <a:lumMod val="40000"/>
                  <a:lumOff val="60000"/>
                </a:schemeClr>
              </a:solidFill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pic>
        <p:nvPicPr>
          <p:cNvPr id="34" name="Gráfico 33" descr="Reloj de arena terminado con relleno sólido">
            <a:extLst>
              <a:ext uri="{FF2B5EF4-FFF2-40B4-BE49-F238E27FC236}">
                <a16:creationId xmlns:a16="http://schemas.microsoft.com/office/drawing/2014/main" id="{624A2BB2-80A2-65B5-E188-3487F6A2EA5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839946" y="5401180"/>
            <a:ext cx="484376" cy="48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10066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7E65F-959D-ADFA-4E65-7D49DC148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áfico 5" descr="Usuario con relleno sólido">
            <a:extLst>
              <a:ext uri="{FF2B5EF4-FFF2-40B4-BE49-F238E27FC236}">
                <a16:creationId xmlns:a16="http://schemas.microsoft.com/office/drawing/2014/main" id="{812273B4-1E1E-A4E8-FB99-21531C9AB2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58266" y="194095"/>
            <a:ext cx="731807" cy="731807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52B003DD-21DC-B4A6-9912-D87973DB1A64}"/>
              </a:ext>
            </a:extLst>
          </p:cNvPr>
          <p:cNvSpPr txBox="1"/>
          <p:nvPr/>
        </p:nvSpPr>
        <p:spPr>
          <a:xfrm>
            <a:off x="699574" y="875721"/>
            <a:ext cx="5881738" cy="830997"/>
          </a:xfrm>
          <a:prstGeom prst="roundRect">
            <a:avLst>
              <a:gd name="adj" fmla="val 0"/>
            </a:avLst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48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MIS PREDICCIONES</a:t>
            </a:r>
            <a:endParaRPr lang="es-ES" sz="6000" dirty="0"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564EEA2-48B5-11FC-9D14-FF280F447472}"/>
              </a:ext>
            </a:extLst>
          </p:cNvPr>
          <p:cNvSpPr txBox="1"/>
          <p:nvPr/>
        </p:nvSpPr>
        <p:spPr>
          <a:xfrm>
            <a:off x="799486" y="1772065"/>
            <a:ext cx="10633387" cy="584775"/>
          </a:xfrm>
          <a:prstGeom prst="roundRect">
            <a:avLst>
              <a:gd name="adj" fmla="val 0"/>
            </a:avLst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ES" sz="32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Predicciones generales</a:t>
            </a:r>
            <a:endParaRPr lang="es-ES" sz="4000" dirty="0">
              <a:solidFill>
                <a:schemeClr val="accent6">
                  <a:lumMod val="75000"/>
                </a:schemeClr>
              </a:solidFill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6234A5F-B609-AC90-0BAA-8B64909F10CF}"/>
              </a:ext>
            </a:extLst>
          </p:cNvPr>
          <p:cNvSpPr txBox="1"/>
          <p:nvPr/>
        </p:nvSpPr>
        <p:spPr>
          <a:xfrm>
            <a:off x="799486" y="2487534"/>
            <a:ext cx="10633387" cy="584775"/>
          </a:xfrm>
          <a:prstGeom prst="roundRect">
            <a:avLst>
              <a:gd name="adj" fmla="val 0"/>
            </a:avLst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ES" sz="32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Fase de grupos</a:t>
            </a:r>
            <a:endParaRPr lang="es-ES" sz="4000" dirty="0">
              <a:solidFill>
                <a:schemeClr val="accent6">
                  <a:lumMod val="75000"/>
                </a:schemeClr>
              </a:solidFill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E5149B5-479A-335C-0C91-AFBC38460FE7}"/>
              </a:ext>
            </a:extLst>
          </p:cNvPr>
          <p:cNvSpPr txBox="1"/>
          <p:nvPr/>
        </p:nvSpPr>
        <p:spPr>
          <a:xfrm>
            <a:off x="779306" y="3203003"/>
            <a:ext cx="10653567" cy="584775"/>
          </a:xfrm>
          <a:prstGeom prst="roundRect">
            <a:avLst>
              <a:gd name="adj" fmla="val 0"/>
            </a:avLst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>
            <a:defPPr>
              <a:defRPr lang="es-ES"/>
            </a:defPPr>
            <a:lvl1pPr>
              <a:defRPr sz="320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defRPr>
            </a:lvl1pPr>
          </a:lstStyle>
          <a:p>
            <a:r>
              <a:rPr lang="es-ES" dirty="0"/>
              <a:t>Octavos de final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6D5850A6-6939-6A97-DBB6-731298249910}"/>
              </a:ext>
            </a:extLst>
          </p:cNvPr>
          <p:cNvSpPr txBox="1"/>
          <p:nvPr/>
        </p:nvSpPr>
        <p:spPr>
          <a:xfrm>
            <a:off x="799486" y="3918472"/>
            <a:ext cx="10633387" cy="584775"/>
          </a:xfrm>
          <a:prstGeom prst="roundRect">
            <a:avLst>
              <a:gd name="adj" fmla="val 0"/>
            </a:avLst>
          </a:prstGeom>
          <a:solidFill>
            <a:schemeClr val="accent6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ES" sz="3200" dirty="0">
                <a:solidFill>
                  <a:schemeClr val="accent6">
                    <a:lumMod val="20000"/>
                    <a:lumOff val="80000"/>
                  </a:schemeClr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Cuartos de final</a:t>
            </a:r>
            <a:endParaRPr lang="es-ES" sz="4000" dirty="0">
              <a:solidFill>
                <a:schemeClr val="accent6">
                  <a:lumMod val="20000"/>
                  <a:lumOff val="80000"/>
                </a:schemeClr>
              </a:solidFill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3277EE6C-9AA8-5193-8E00-377ECDA3DA5A}"/>
              </a:ext>
            </a:extLst>
          </p:cNvPr>
          <p:cNvSpPr txBox="1"/>
          <p:nvPr/>
        </p:nvSpPr>
        <p:spPr>
          <a:xfrm>
            <a:off x="779306" y="4633941"/>
            <a:ext cx="10633387" cy="584775"/>
          </a:xfrm>
          <a:prstGeom prst="roundRect">
            <a:avLst>
              <a:gd name="adj" fmla="val 0"/>
            </a:avLst>
          </a:prstGeom>
          <a:solidFill>
            <a:schemeClr val="accent6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ES" sz="3200" dirty="0">
                <a:solidFill>
                  <a:schemeClr val="accent6">
                    <a:lumMod val="20000"/>
                    <a:lumOff val="80000"/>
                  </a:schemeClr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Semifinal</a:t>
            </a:r>
            <a:endParaRPr lang="es-ES" sz="4000" dirty="0">
              <a:solidFill>
                <a:schemeClr val="accent6">
                  <a:lumMod val="20000"/>
                  <a:lumOff val="80000"/>
                </a:schemeClr>
              </a:solidFill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51E07C3D-7BF6-D649-8C80-BB55BEBBC090}"/>
              </a:ext>
            </a:extLst>
          </p:cNvPr>
          <p:cNvSpPr txBox="1"/>
          <p:nvPr/>
        </p:nvSpPr>
        <p:spPr>
          <a:xfrm>
            <a:off x="799486" y="5349410"/>
            <a:ext cx="10633387" cy="584775"/>
          </a:xfrm>
          <a:prstGeom prst="roundRect">
            <a:avLst>
              <a:gd name="adj" fmla="val 0"/>
            </a:avLst>
          </a:prstGeom>
          <a:solidFill>
            <a:schemeClr val="accent6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ES" sz="3200" dirty="0">
                <a:solidFill>
                  <a:schemeClr val="accent6">
                    <a:lumMod val="20000"/>
                    <a:lumOff val="80000"/>
                  </a:schemeClr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Final</a:t>
            </a:r>
            <a:endParaRPr lang="es-ES" sz="4000" dirty="0">
              <a:solidFill>
                <a:schemeClr val="accent6">
                  <a:lumMod val="20000"/>
                  <a:lumOff val="80000"/>
                </a:schemeClr>
              </a:solidFill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pic>
        <p:nvPicPr>
          <p:cNvPr id="20" name="Gráfico 19" descr="Marca de insignia1 con relleno sólido">
            <a:extLst>
              <a:ext uri="{FF2B5EF4-FFF2-40B4-BE49-F238E27FC236}">
                <a16:creationId xmlns:a16="http://schemas.microsoft.com/office/drawing/2014/main" id="{91BC8622-4940-D10C-6996-BB8E234AFB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91702" y="1804250"/>
            <a:ext cx="520404" cy="520404"/>
          </a:xfrm>
          <a:prstGeom prst="rect">
            <a:avLst/>
          </a:prstGeom>
        </p:spPr>
      </p:pic>
      <p:sp>
        <p:nvSpPr>
          <p:cNvPr id="25" name="CuadroTexto 24">
            <a:extLst>
              <a:ext uri="{FF2B5EF4-FFF2-40B4-BE49-F238E27FC236}">
                <a16:creationId xmlns:a16="http://schemas.microsoft.com/office/drawing/2014/main" id="{4F059A21-98AE-C9F9-95C1-5B9934986E08}"/>
              </a:ext>
            </a:extLst>
          </p:cNvPr>
          <p:cNvSpPr txBox="1"/>
          <p:nvPr/>
        </p:nvSpPr>
        <p:spPr>
          <a:xfrm>
            <a:off x="7098350" y="2555304"/>
            <a:ext cx="3641595" cy="461665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es-ES" sz="2400" dirty="0">
                <a:solidFill>
                  <a:schemeClr val="accent6">
                    <a:lumMod val="50000"/>
                  </a:schemeClr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53</a:t>
            </a:r>
            <a:r>
              <a:rPr lang="es-ES" sz="2000" dirty="0">
                <a:solidFill>
                  <a:schemeClr val="accent6">
                    <a:lumMod val="50000"/>
                  </a:schemeClr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 puntos de 180 posibles</a:t>
            </a:r>
            <a:endParaRPr lang="es-ES" sz="2800" dirty="0">
              <a:solidFill>
                <a:schemeClr val="accent6">
                  <a:lumMod val="50000"/>
                </a:schemeClr>
              </a:solidFill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22184E2C-1DEE-9ECF-119B-78D3B0825E69}"/>
              </a:ext>
            </a:extLst>
          </p:cNvPr>
          <p:cNvSpPr txBox="1"/>
          <p:nvPr/>
        </p:nvSpPr>
        <p:spPr>
          <a:xfrm>
            <a:off x="9377128" y="3279105"/>
            <a:ext cx="1590057" cy="40011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ES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Bloqueado</a:t>
            </a:r>
            <a:endParaRPr lang="es-ES" sz="2800" dirty="0">
              <a:solidFill>
                <a:schemeClr val="accent6">
                  <a:lumMod val="40000"/>
                  <a:lumOff val="60000"/>
                </a:schemeClr>
              </a:solidFill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pic>
        <p:nvPicPr>
          <p:cNvPr id="28" name="Gráfico 27" descr="Reloj de arena terminado con relleno sólido">
            <a:extLst>
              <a:ext uri="{FF2B5EF4-FFF2-40B4-BE49-F238E27FC236}">
                <a16:creationId xmlns:a16="http://schemas.microsoft.com/office/drawing/2014/main" id="{FCED7E41-B891-A83F-7D25-88BD6AA1233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839946" y="3253202"/>
            <a:ext cx="484376" cy="484376"/>
          </a:xfrm>
          <a:prstGeom prst="rect">
            <a:avLst/>
          </a:prstGeom>
        </p:spPr>
      </p:pic>
      <p:sp>
        <p:nvSpPr>
          <p:cNvPr id="29" name="CuadroTexto 28">
            <a:extLst>
              <a:ext uri="{FF2B5EF4-FFF2-40B4-BE49-F238E27FC236}">
                <a16:creationId xmlns:a16="http://schemas.microsoft.com/office/drawing/2014/main" id="{5BE9625B-F039-8DE6-AE26-AEAB2AF2F867}"/>
              </a:ext>
            </a:extLst>
          </p:cNvPr>
          <p:cNvSpPr txBox="1"/>
          <p:nvPr/>
        </p:nvSpPr>
        <p:spPr>
          <a:xfrm>
            <a:off x="9377128" y="3998699"/>
            <a:ext cx="1590057" cy="40011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ES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Bloqueado</a:t>
            </a:r>
            <a:endParaRPr lang="es-ES" sz="2800" dirty="0">
              <a:solidFill>
                <a:schemeClr val="accent6">
                  <a:lumMod val="40000"/>
                  <a:lumOff val="60000"/>
                </a:schemeClr>
              </a:solidFill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pic>
        <p:nvPicPr>
          <p:cNvPr id="30" name="Gráfico 29" descr="Reloj de arena terminado con relleno sólido">
            <a:extLst>
              <a:ext uri="{FF2B5EF4-FFF2-40B4-BE49-F238E27FC236}">
                <a16:creationId xmlns:a16="http://schemas.microsoft.com/office/drawing/2014/main" id="{F8A480D5-4079-9C9B-BB18-DE9A20E6007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839946" y="3972796"/>
            <a:ext cx="484376" cy="484376"/>
          </a:xfrm>
          <a:prstGeom prst="rect">
            <a:avLst/>
          </a:prstGeom>
        </p:spPr>
      </p:pic>
      <p:sp>
        <p:nvSpPr>
          <p:cNvPr id="31" name="CuadroTexto 30">
            <a:extLst>
              <a:ext uri="{FF2B5EF4-FFF2-40B4-BE49-F238E27FC236}">
                <a16:creationId xmlns:a16="http://schemas.microsoft.com/office/drawing/2014/main" id="{D266A8B4-D180-4A17-DF6A-BB6397C215DE}"/>
              </a:ext>
            </a:extLst>
          </p:cNvPr>
          <p:cNvSpPr txBox="1"/>
          <p:nvPr/>
        </p:nvSpPr>
        <p:spPr>
          <a:xfrm>
            <a:off x="9377128" y="4710043"/>
            <a:ext cx="1590057" cy="40011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ES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Bloqueado</a:t>
            </a:r>
            <a:endParaRPr lang="es-ES" sz="2800" dirty="0">
              <a:solidFill>
                <a:schemeClr val="accent6">
                  <a:lumMod val="40000"/>
                  <a:lumOff val="60000"/>
                </a:schemeClr>
              </a:solidFill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pic>
        <p:nvPicPr>
          <p:cNvPr id="32" name="Gráfico 31" descr="Reloj de arena terminado con relleno sólido">
            <a:extLst>
              <a:ext uri="{FF2B5EF4-FFF2-40B4-BE49-F238E27FC236}">
                <a16:creationId xmlns:a16="http://schemas.microsoft.com/office/drawing/2014/main" id="{A554BED4-A8F6-3232-95FE-4BD5F9713E0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839946" y="4684140"/>
            <a:ext cx="484376" cy="484376"/>
          </a:xfrm>
          <a:prstGeom prst="rect">
            <a:avLst/>
          </a:prstGeom>
        </p:spPr>
      </p:pic>
      <p:sp>
        <p:nvSpPr>
          <p:cNvPr id="33" name="CuadroTexto 32">
            <a:extLst>
              <a:ext uri="{FF2B5EF4-FFF2-40B4-BE49-F238E27FC236}">
                <a16:creationId xmlns:a16="http://schemas.microsoft.com/office/drawing/2014/main" id="{4007CA85-C0E9-428B-1103-44331340673A}"/>
              </a:ext>
            </a:extLst>
          </p:cNvPr>
          <p:cNvSpPr txBox="1"/>
          <p:nvPr/>
        </p:nvSpPr>
        <p:spPr>
          <a:xfrm>
            <a:off x="9377128" y="5427083"/>
            <a:ext cx="1590057" cy="40011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ES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Bloqueado</a:t>
            </a:r>
            <a:endParaRPr lang="es-ES" sz="2800" dirty="0">
              <a:solidFill>
                <a:schemeClr val="accent6">
                  <a:lumMod val="40000"/>
                  <a:lumOff val="60000"/>
                </a:schemeClr>
              </a:solidFill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pic>
        <p:nvPicPr>
          <p:cNvPr id="34" name="Gráfico 33" descr="Reloj de arena terminado con relleno sólido">
            <a:extLst>
              <a:ext uri="{FF2B5EF4-FFF2-40B4-BE49-F238E27FC236}">
                <a16:creationId xmlns:a16="http://schemas.microsoft.com/office/drawing/2014/main" id="{EC07A350-A5FE-306C-2E60-85F5DAD2FE0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839946" y="5401180"/>
            <a:ext cx="484376" cy="484376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DD26D142-BF62-D982-933F-151D9ED5238E}"/>
              </a:ext>
            </a:extLst>
          </p:cNvPr>
          <p:cNvSpPr txBox="1"/>
          <p:nvPr/>
        </p:nvSpPr>
        <p:spPr>
          <a:xfrm>
            <a:off x="10245389" y="3266088"/>
            <a:ext cx="1092626" cy="461665"/>
          </a:xfrm>
          <a:prstGeom prst="roundRect">
            <a:avLst>
              <a:gd name="adj" fmla="val 0"/>
            </a:avLst>
          </a:prstGeom>
          <a:solidFill>
            <a:schemeClr val="accent6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ES" sz="2400" dirty="0">
                <a:solidFill>
                  <a:schemeClr val="accent6">
                    <a:lumMod val="20000"/>
                    <a:lumOff val="80000"/>
                  </a:schemeClr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Editar</a:t>
            </a:r>
            <a:endParaRPr lang="es-ES" sz="3200" dirty="0">
              <a:solidFill>
                <a:schemeClr val="accent6">
                  <a:lumMod val="20000"/>
                  <a:lumOff val="80000"/>
                </a:schemeClr>
              </a:solidFill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pic>
        <p:nvPicPr>
          <p:cNvPr id="8" name="Gráfico 7" descr="Marca de insignia1 con relleno sólido">
            <a:extLst>
              <a:ext uri="{FF2B5EF4-FFF2-40B4-BE49-F238E27FC236}">
                <a16:creationId xmlns:a16="http://schemas.microsoft.com/office/drawing/2014/main" id="{958E8BD8-9C6F-37D3-ED4E-D1D8BCBD7E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91702" y="2491991"/>
            <a:ext cx="520404" cy="520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853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5EF89F-8DC4-DF5D-F91E-0179261C1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F31702B3-8A9B-B5D1-7575-537E57CB14F7}"/>
              </a:ext>
            </a:extLst>
          </p:cNvPr>
          <p:cNvSpPr txBox="1"/>
          <p:nvPr/>
        </p:nvSpPr>
        <p:spPr>
          <a:xfrm>
            <a:off x="4104279" y="1045058"/>
            <a:ext cx="3803813" cy="646986"/>
          </a:xfrm>
          <a:prstGeom prst="roundRect">
            <a:avLst>
              <a:gd name="adj" fmla="val 17150"/>
            </a:avLst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s-ES" sz="32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Próximos partidos</a:t>
            </a:r>
            <a:endParaRPr lang="es-ES" sz="4000" dirty="0">
              <a:solidFill>
                <a:schemeClr val="bg1"/>
              </a:solidFill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pic>
        <p:nvPicPr>
          <p:cNvPr id="6" name="Gráfico 5" descr="Usuario con relleno sólido">
            <a:extLst>
              <a:ext uri="{FF2B5EF4-FFF2-40B4-BE49-F238E27FC236}">
                <a16:creationId xmlns:a16="http://schemas.microsoft.com/office/drawing/2014/main" id="{20F39A48-4E90-D63D-E2AF-F8F8E4982F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58266" y="194095"/>
            <a:ext cx="731807" cy="731807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650ABF09-B847-3DA9-2038-B181779960FD}"/>
              </a:ext>
            </a:extLst>
          </p:cNvPr>
          <p:cNvSpPr txBox="1"/>
          <p:nvPr/>
        </p:nvSpPr>
        <p:spPr>
          <a:xfrm>
            <a:off x="4370317" y="2607372"/>
            <a:ext cx="3451366" cy="783193"/>
          </a:xfrm>
          <a:prstGeom prst="roundRect">
            <a:avLst>
              <a:gd name="adj" fmla="val 17150"/>
            </a:avLst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4000" dirty="0">
                <a:solidFill>
                  <a:schemeClr val="bg1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- </a:t>
            </a:r>
          </a:p>
        </p:txBody>
      </p:sp>
      <p:pic>
        <p:nvPicPr>
          <p:cNvPr id="1026" name="Picture 2" descr="Comprar bandera de México - Comprar Banderas">
            <a:extLst>
              <a:ext uri="{FF2B5EF4-FFF2-40B4-BE49-F238E27FC236}">
                <a16:creationId xmlns:a16="http://schemas.microsoft.com/office/drawing/2014/main" id="{5BE57E8B-59C1-39B0-14CD-138CD2909B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2747592"/>
            <a:ext cx="755505" cy="5027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Bandera de Sudáfrica - Wikipedia, la enciclopedia libre">
            <a:extLst>
              <a:ext uri="{FF2B5EF4-FFF2-40B4-BE49-F238E27FC236}">
                <a16:creationId xmlns:a16="http://schemas.microsoft.com/office/drawing/2014/main" id="{2BDC9057-C943-5E32-B27C-49DF7BF1B9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9697" y="2747592"/>
            <a:ext cx="755506" cy="5027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FDA88291-296C-FE3D-1AEE-7EA378802994}"/>
              </a:ext>
            </a:extLst>
          </p:cNvPr>
          <p:cNvSpPr txBox="1"/>
          <p:nvPr/>
        </p:nvSpPr>
        <p:spPr>
          <a:xfrm>
            <a:off x="918951" y="2709527"/>
            <a:ext cx="3451366" cy="578882"/>
          </a:xfrm>
          <a:prstGeom prst="roundRect">
            <a:avLst>
              <a:gd name="adj" fmla="val 17150"/>
            </a:avLst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dirty="0">
                <a:solidFill>
                  <a:schemeClr val="bg1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11 de junio 21:00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B1310EF-5D1B-F9A1-2B14-E6E06881FCC3}"/>
              </a:ext>
            </a:extLst>
          </p:cNvPr>
          <p:cNvSpPr txBox="1"/>
          <p:nvPr/>
        </p:nvSpPr>
        <p:spPr>
          <a:xfrm>
            <a:off x="4662866" y="236505"/>
            <a:ext cx="2686638" cy="646986"/>
          </a:xfrm>
          <a:prstGeom prst="roundRect">
            <a:avLst>
              <a:gd name="adj" fmla="val 17150"/>
            </a:avLst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s-ES" sz="32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Clasificación</a:t>
            </a:r>
            <a:endParaRPr lang="es-ES" sz="4000" dirty="0">
              <a:solidFill>
                <a:schemeClr val="bg1"/>
              </a:solidFill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775971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229</Words>
  <Application>Microsoft Office PowerPoint</Application>
  <PresentationFormat>Panorámica</PresentationFormat>
  <Paragraphs>79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3" baseType="lpstr">
      <vt:lpstr>ADLaM Display</vt:lpstr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Alberto Cañada Carril</dc:creator>
  <cp:lastModifiedBy>Alberto Cañada Carril</cp:lastModifiedBy>
  <cp:revision>1</cp:revision>
  <dcterms:created xsi:type="dcterms:W3CDTF">2026-03-18T17:07:56Z</dcterms:created>
  <dcterms:modified xsi:type="dcterms:W3CDTF">2026-03-18T18:24:44Z</dcterms:modified>
</cp:coreProperties>
</file>